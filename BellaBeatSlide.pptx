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3662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27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7040784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529171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69677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717881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23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804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“Hi, my name is Andrew Moran, and this is my Bellabeat case study.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project analyzes Fitbit activity and sleep data to understand user behavior and uncover patterns that could support Bellabeat’s wellness insights.”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215954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BE260B-8E36-03E3-E1A0-8F92FBEF13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“The goal of this project was to explore how users move, sleep, and distribute their activity across the day.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 focused on daily activity, sleep behavior, hourly movement patterns, and clustering to identify meaningful personas.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analysis is entirely data‑driven and grounded in statistical methods.”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FC3B09-FA82-9214-CAAF-796BB30C51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“The dataset comes from the public Fitbit Fitness Tracker dataset.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includes 30 users over a 31‑day period, with daily activity logs, hourly step data, and sleep records.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Although the sample is small, it’s rich enough to reveal interesting behavioral patterns.”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FFD0A9-E006-FF32-D0E1-7B350821E3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“My workflow included data cleaning, statistical diagnostics, correlation analysis, clustering, and circadian rhythm modeling.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 also evaluated sleep duration and efficiency.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goal was to build a rigorous, reproducible analysis rather than a simple narrative summary.”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2339E-FAC9-D1A4-E24E-4168239C37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“I started by examining skewness and outliers.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Light activity was very stable, while vigorous activity was rare and highly variable.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Sedentary time was consistently high with no outliers.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diagnostics helped shape the personas and informed how I interpreted the rest of the data.”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2F151E-10A6-A6EC-CE4F-01E9A19F44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“Daily steps averaged around 7,400, which suggests moderate activity.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Light activity dominated most days, while vigorous activity occurred infrequently.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Sedentary minutes were consistently high, which is typical for consumer fitness data.”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8E2195-172C-5123-4726-2FAF2A676D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“Sleep patterns varied across users.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Some had long, consistent sleep, while others had shorter or irregular sleep.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Sleep efficiency also differed, and these differences aligned closely with the personas I identified later.”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6840B3-4841-12C3-6B2D-8CCBF7143B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“I used K‑Means clustering to segment users into four personas.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elbow method showed diminishing returns after four clusters, so k=4 was the optimal choice.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personas reflect meaningful differences in activity volume, intensity, and sleep.”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C73C4B-6067-A0F8-4D2A-8451A164E0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“Here’s a summary of the four personas.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High‑Intensity Enthusiasts have structured workouts.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Lifestyle Movers maintain steady, low‑to‑moderate movement.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Moderate Movers peak around midday.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Workout‑Focused Movers tend to be active late in the evening.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personas are consistent across multiple dimensions.”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BF356-9A43-9A5F-5091-CE9E0EE2C0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“To understand when users are active, I converted steps into active minutes using the standard 100‑steps rule.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revealed clear timing patterns — not just how much users move, but when they move.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timing patterns were surprisingly consistent within each persona.”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29B166-C879-EC57-EA4F-1F6A90CDB7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“These timing patterns form descriptive chronotype profiles.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They’re not biological chronotypes — they’re behavioral timing patterns.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Some users have dual peaks, some are steady throughout the day, some peak midday, and others are evening‑dominant.”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DEA1B2-BEEE-AD7B-FE11-0397D2FCB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“The key insights are that users show distinct movement rhythms, light activity dominates daily behavior, vigorous activity is rare, and sleep patterns align with activity structure.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personas are behaviorally coherent across daily, hourly, and sleep dimensions.”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0F957F-FFA5-0FF5-D793-0E77BE40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“These insights suggest potential opportunities for Bellabeat.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example, time‑of‑day awareness could support optional features.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Structured personas may benefit from routine‑aligned tools, while others may need more flexible options.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are exploratory ideas, not prescriptive recommendations.”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0281D4-7B90-5062-F730-3B6625339A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“There are several limitations.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 is small and observational.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There are no demographic variables.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Sleep detection accuracy varies.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And the chronotype profiles are descriptive, not diagnostic.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limitations help frame the scope of the analysis.”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EAAC54-779C-CEB6-B800-22488BE90D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“In summary, this project provides a multi‑dimensional view of user behavior across activity, sleep, and circadian timing.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personas and timing profiles offer a strong foundation for future exploration and user‑centered wellness insights.”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8F1F70-FE6E-70C2-10BF-2CF477963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“Thank you for reviewing my project.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I’m happy to answer any questions or walk through any part of the analysis in more detail.”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B87A58-04A3-3E31-26BA-2BCED50112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597647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6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5678138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677311017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08240867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55798676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896923551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257293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625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22882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44194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413815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21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4943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45237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267461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9293449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8078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192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369915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227652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5283393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238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763293807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624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246591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759143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0062977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782791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4520599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7903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2078521097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7886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90973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7534439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76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7548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8634559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720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011421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9789848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9498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18200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9791309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8880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877214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1116674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134270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348195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479734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5529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0249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961656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309661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7896181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7674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3064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037230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91084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840329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84687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692070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9583260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70619780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51295575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9818836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23874739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9949135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056226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32800589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46758338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16391734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306792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66738691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58077404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93193118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66450915" name="Shape 1117"/>
          <p:cNvSpPr>
            <a:spLocks noChangeArrowheads="1" noGrp="1"/>
          </p:cNvSpPr>
          <p:nvPr userDrawn="1"/>
        </p:nvSpPr>
        <p:spPr bwMode="auto">
          <a:xfrm>
            <a:off x="1045633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56142137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63572445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73046015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99955778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4129973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33241584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78987367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2403048" name="Shape 1139"/>
          <p:cNvSpPr>
            <a:spLocks noChangeArrowheads="1" noGrp="1"/>
          </p:cNvSpPr>
          <p:nvPr userDrawn="1"/>
        </p:nvSpPr>
        <p:spPr bwMode="auto">
          <a:xfrm>
            <a:off x="1648463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8145240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3535449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4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2200334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1391170" name="Shape 1143"/>
          <p:cNvSpPr>
            <a:spLocks noChangeArrowheads="1" noGrp="1"/>
          </p:cNvSpPr>
          <p:nvPr userDrawn="1"/>
        </p:nvSpPr>
        <p:spPr bwMode="auto">
          <a:xfrm>
            <a:off x="3596921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74278243" name="Shape 1144"/>
          <p:cNvSpPr>
            <a:spLocks noChangeArrowheads="1" noGrp="1"/>
          </p:cNvSpPr>
          <p:nvPr userDrawn="1"/>
        </p:nvSpPr>
        <p:spPr bwMode="auto">
          <a:xfrm>
            <a:off x="3037843" y="5578670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37810449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26110875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0876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503728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2970257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5122048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23970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87898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BellaBeat Case Study</a:t>
            </a:r>
            <a:endParaRPr lang="en-US"/>
          </a:p>
        </p:txBody>
      </p:sp>
      <p:sp>
        <p:nvSpPr>
          <p:cNvPr id="53631647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Fitbit Wellness Data Analysis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817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Bellabeat Case Study  </a:t>
            </a:r>
            <a:endParaRPr/>
          </a:p>
        </p:txBody>
      </p:sp>
      <p:sp>
        <p:nvSpPr>
          <p:cNvPr id="6447667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Fitbit Wellness Data Analysis</a:t>
            </a:r>
            <a:endParaRPr/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Andrew Moran  </a:t>
            </a: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MSc MPLan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Google Data Analytics Capstone Project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2755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Project Overview</a:t>
            </a:r>
            <a:endParaRPr/>
          </a:p>
        </p:txBody>
      </p:sp>
      <p:sp>
        <p:nvSpPr>
          <p:cNvPr id="36274474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Objective:  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Understand user activity, sleep behavior, and circadian movement patterns using Fitbit data to uncover meaningful behavioral insights.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Focus Areas: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Daily activity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patterns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Hourly movement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Personas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Circadian rhythms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9604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Dataset</a:t>
            </a:r>
            <a:endParaRPr/>
          </a:p>
        </p:txBody>
      </p:sp>
      <p:sp>
        <p:nvSpPr>
          <p:cNvPr id="203093262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Source: Public Fitbit Fitness Tracker Dataset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Users: 30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Data Types: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Daily activity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Hourly steps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logs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Timeframe: 31 days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9534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Met</a:t>
            </a:r>
            <a:r>
              <a:rPr lang="en-GB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hod</a:t>
            </a: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 &amp; Workflow</a:t>
            </a:r>
            <a:endParaRPr/>
          </a:p>
        </p:txBody>
      </p:sp>
      <p:sp>
        <p:nvSpPr>
          <p:cNvPr id="151260048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This analysis includes: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Data cleaning &amp; normalization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Statistical diagnostics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Outlier detection (IQR)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Correlation analysis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MET‑weighted intensity scoring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K‑Means clustering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Circadian rhythm modelin</a:t>
            </a: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</a:t>
            </a:r>
            <a:endParaRPr lang="en-GB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pattern evaluation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2044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Statistical Diagnostics</a:t>
            </a:r>
            <a:endParaRPr/>
          </a:p>
        </p:txBody>
      </p:sp>
      <p:sp>
        <p:nvSpPr>
          <p:cNvPr id="37830071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Key findings from skewness &amp; outlier analysis: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Light activity is stable and consistent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Vigorous activity is rare and highly variable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Sedentary time is high and predictable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Steps and calories show moderate skew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These patterns shape the personas and timing profiles.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197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Daily Activity Patterns</a:t>
            </a:r>
            <a:endParaRPr/>
          </a:p>
        </p:txBody>
      </p:sp>
      <p:sp>
        <p:nvSpPr>
          <p:cNvPr id="9860946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Median steps: ~7,400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Light activity: consistent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Vigorous activity: infrequent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Sedentary minutes: highly stable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Daily behavior shows moderate movement with occasional high‑activity days.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4473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Behavio</a:t>
            </a:r>
            <a:r>
              <a:rPr lang="en-GB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</a:t>
            </a: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</a:t>
            </a:r>
            <a:endParaRPr/>
          </a:p>
        </p:txBody>
      </p:sp>
      <p:sp>
        <p:nvSpPr>
          <p:cNvPr id="15872668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varies meaningfully across users: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Some maintain long, consistent sleep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Others show shorter or irregular sleep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efficiency aligns with daily routines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patterns reinforce persona differences.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833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Clustering &amp; Personas</a:t>
            </a:r>
            <a:endParaRPr/>
          </a:p>
        </p:txBody>
      </p:sp>
      <p:sp>
        <p:nvSpPr>
          <p:cNvPr id="128544739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K‑Means clustering identified four personas: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High‑Intensity Enthusiasts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Lifestyle Movers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Moderate Movers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Workout‑Focused Movers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Chosen using the elbow method (diminishing returns after k=4).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029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Persona Summary</a:t>
            </a:r>
            <a:endParaRPr/>
          </a:p>
        </p:txBody>
      </p:sp>
      <p:graphicFrame>
        <p:nvGraphicFramePr>
          <p:cNvPr id="1573357881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799253" y="1600203"/>
          <a:ext cx="10577333" cy="13460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689860"/>
                <a:gridCol w="2689860"/>
                <a:gridCol w="2689860"/>
                <a:gridCol w="2689860"/>
              </a:tblGrid>
              <a:tr h="71312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Activity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Pattern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Sleep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Timing</a:t>
                      </a:r>
                      <a:endParaRPr/>
                    </a:p>
                  </a:txBody>
                  <a:tcPr/>
                </a:tc>
              </a:tr>
              <a:tr h="760985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High‑Intensity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Enthusiasts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Structured,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activity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Moderate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Morning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evening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peaks</a:t>
                      </a:r>
                      <a:endParaRPr/>
                    </a:p>
                  </a:txBody>
                  <a:tcPr/>
                </a:tc>
              </a:tr>
              <a:tr h="71312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Lifestyle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Movers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Steady,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low‑moderate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Even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distribution</a:t>
                      </a:r>
                      <a:endParaRPr/>
                    </a:p>
                  </a:txBody>
                  <a:tcPr/>
                </a:tc>
              </a:tr>
              <a:tr h="71312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Moderate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Movers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Midday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peak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Longer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sleep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Routine-driven</a:t>
                      </a:r>
                      <a:endParaRPr/>
                    </a:p>
                  </a:txBody>
                  <a:tcPr/>
                </a:tc>
              </a:tr>
              <a:tr h="71312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Workout‑Focused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Movers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Late‑evening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spike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Shorter,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irregular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Evening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active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3392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Hourly Activity (Circadian Rhythms)</a:t>
            </a:r>
            <a:endParaRPr/>
          </a:p>
        </p:txBody>
      </p:sp>
      <p:sp>
        <p:nvSpPr>
          <p:cNvPr id="195118049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Using 100 steps ≈ 1 active minute: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Clear timing patterns emerge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Personas differ not just in how much they move, but when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Timing patterns are consistent and behaviourally meaningful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1395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Chronotype Profiles</a:t>
            </a:r>
            <a:endParaRPr/>
          </a:p>
        </p:txBody>
      </p:sp>
      <p:sp>
        <p:nvSpPr>
          <p:cNvPr id="12049932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Dual‑Peak Movers — morning + early evening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Steady‑State Movers — consistent all day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Midday Pacers — strongest midday activity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Evening Energizers — peak at 21:00–22:00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These are descriptive timing profiles, not biological chronotypes.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98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Key Insights</a:t>
            </a:r>
            <a:endParaRPr/>
          </a:p>
        </p:txBody>
      </p:sp>
      <p:sp>
        <p:nvSpPr>
          <p:cNvPr id="16183601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Users show distinct movement rhythms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Light activity dominates daily behavior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Vigorous activity is rare but meaningful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patterns align with activity structure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Personas are consistent across multiple dimensions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884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Opportunities for Bellabeat</a:t>
            </a:r>
            <a:endParaRPr/>
          </a:p>
        </p:txBody>
      </p:sp>
      <p:sp>
        <p:nvSpPr>
          <p:cNvPr id="1423496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(Non‑prescriptive, data‑aligned)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Time‑of‑day awareness for optional features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Routine‑aligned tools for structured personas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Flexible tools for irregular schedules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Lifestyle‑oriented insights for steady movers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5567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Limitations</a:t>
            </a:r>
            <a:endParaRPr/>
          </a:p>
        </p:txBody>
      </p:sp>
      <p:sp>
        <p:nvSpPr>
          <p:cNvPr id="9560136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Observational data only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No demographic or contextual variables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Small sample size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Sleep detection accuracy varies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Chronotype labels are descriptive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5928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Conclusion</a:t>
            </a:r>
            <a:endParaRPr/>
          </a:p>
        </p:txBody>
      </p:sp>
      <p:sp>
        <p:nvSpPr>
          <p:cNvPr id="18537396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This analysis provides a multi‑dimensional understanding of user behavior across activity, sleep, and circadian timing.</a:t>
            </a: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The personas and timing profiles offer a strong foundation for future exploration and user‑centered wellness insights.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3657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Thank You</a:t>
            </a:r>
            <a:endParaRPr/>
          </a:p>
        </p:txBody>
      </p:sp>
      <p:sp>
        <p:nvSpPr>
          <p:cNvPr id="6964313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Andrew Moran  </a:t>
            </a: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MSc MPlan</a:t>
            </a:r>
            <a:endParaRPr/>
          </a:p>
          <a:p>
            <a:pPr marL="0" indent="0">
              <a:buFont typeface="Arial"/>
              <a:buNone/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Data Analyst | Behavioral Insights | Visualization</a:t>
            </a:r>
            <a:endParaRPr/>
          </a:p>
          <a:p>
            <a:pPr marL="0" indent="0">
              <a:buFont typeface="Arial"/>
              <a:buNone/>
              <a:defRPr/>
            </a:pPr>
            <a:endParaRPr lang="en-U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GitHub: github.com/AndyMoran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Moran MSc MPlan</dc:creator>
  <cp:lastModifiedBy/>
  <cp:revision>6</cp:revision>
  <dcterms:modified xsi:type="dcterms:W3CDTF">2026-01-01T19:09:36Z</dcterms:modified>
</cp:coreProperties>
</file>